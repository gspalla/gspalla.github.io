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2"/>
    <p:restoredTop sz="94652"/>
  </p:normalViewPr>
  <p:slideViewPr>
    <p:cSldViewPr snapToGrid="0">
      <p:cViewPr>
        <p:scale>
          <a:sx n="263" d="100"/>
          <a:sy n="263" d="100"/>
        </p:scale>
        <p:origin x="-8776" y="-3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B310D0-6CBB-4D6B-2982-685593870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D4648C-6428-B75D-C71C-C8D11055A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FD1541-0F9F-8086-A834-3CF176DD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062243-C77D-2D3E-C2C5-E67A8578F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8DB945-64DB-9623-B1D3-1EF8BBFE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574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E6F37C-47B4-D613-87A5-63BA3F94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3E9ED0-31E5-2F0F-324A-F37DFA1D7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ACB54E-D682-C9DB-15BF-D2F5A0C66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5AF4ED-69DF-8E73-B7BA-AEC211C2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C29AC4-39EE-0881-EB8B-04CE0A25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800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58AF7A-8B95-B7CD-6788-CF204C0A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B6B5C7-B471-D8B6-91EE-28CDC2E60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703F55-9AFD-0D58-9AB7-FEA278AF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BB32F8-0CC9-1E1C-4540-CFE5988F9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4A527F-36EF-B126-4AEC-EB3D9C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18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3AAD21-B6F7-768F-D514-AD57C011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BB1B5F-CC19-99CC-C098-53D64DABE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D0B477-32A6-2AB1-6814-701FD85F8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BBB655-B3B5-CA53-47E2-D2C835219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A70B11-50B8-5CBB-30F7-B2CD4AEC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BA9AFD-7F3A-C20C-4618-B26C16E5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880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E284D2-E116-7641-8BFC-BC1A06596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B61094-4513-99F4-B960-2E2664EE7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66B914-70EE-CAF6-F204-7FE62FF95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B47F964-A2A9-67AF-E56A-A10F00F71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C749CF-ACAF-3FCB-0626-A2A38157D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B09AA8-9379-C457-0ECA-FAA2813BA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CE3880B-9455-0446-72D0-05F6CE18C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373EA50-120A-3CC0-3AAF-D2E527C5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678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24D2FC-4F67-DBF9-C2E6-0A4120029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42C56F-77ED-B30D-862E-92564E038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0E0F79-5126-19E3-E2FC-E43A2D97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77BD6D-2B66-6B24-48AB-9E87035E6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829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84DD4BB-ED7E-CAD7-16CF-14AC344F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DAACDCF-6515-1D8C-A096-8920A37EB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959901-C985-8CEA-EE0D-36D8AFF5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684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850593-B457-AB23-5AD2-925339C9C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49BB60-7387-5F72-D7AE-BE7B42CB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AC84FB-4633-6CB8-76D7-43C0B8C8A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28BE96-A9C4-18B7-696C-2C23056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412830-E851-D34A-7813-C774FBA59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988753-DC9D-8529-8157-08B22C8D3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19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BA849C-46A3-2216-9ECB-5C758BF3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FE39A9B-1768-091B-6464-6FEAF73C3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2855BE-4B91-118D-726C-A9ADDE862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A91F2C-ADCB-9BF8-4871-C91B53A0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640067-B825-4250-EC3F-8229E62FF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B6320A-5C79-EDD7-32B9-27CB98FD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04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3B3A75-2487-089B-EB20-CD590788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9F424A-D6E0-7F9E-F14B-7E818A7D4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2308DF-75DD-AE69-A0F1-294C48FA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7B6546-AB0F-CF9D-56DD-430FD4C18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4F2F15-D742-A02C-E774-0E3134CE4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9220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05D528-BFA9-909E-0EF2-F8042ACD2D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50B87D5-3277-17A1-E206-7C322238B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7159FA-309F-BD22-C354-03888F325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8B10F6-FE66-39E9-3ECA-7D0D62058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D7F31F-C8C1-630D-E9B9-DA844B76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09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56F390A-9F26-B4D3-20A6-B52BF481E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44A080-1875-A2FF-2D1D-9002C9018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59BEF0-6F5E-2D30-B822-C252605EF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255AD-899D-0B45-89DD-77AC1EDFCB96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56328D-A159-9CBF-63A2-F824E9650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9159FF-FE86-672D-6641-5ABE17BF5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39850-6D17-6B41-B519-E7B088C1B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12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B1E7FC9-F680-92A9-A519-F229BFD6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23" y="5716998"/>
            <a:ext cx="7772400" cy="407495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E753EE5-9982-91CF-436A-693D82747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265" y="1141002"/>
            <a:ext cx="4337369" cy="40749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F3553D9-3BF8-6BAF-F361-13A19C5D61CD}"/>
              </a:ext>
            </a:extLst>
          </p:cNvPr>
          <p:cNvSpPr/>
          <p:nvPr/>
        </p:nvSpPr>
        <p:spPr>
          <a:xfrm>
            <a:off x="1538264" y="1141001"/>
            <a:ext cx="7772399" cy="407495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70000">
                <a:srgbClr val="D1DAE2">
                  <a:alpha val="39955"/>
                </a:srgbClr>
              </a:gs>
              <a:gs pos="48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298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12235009-5338-1D72-1620-D4427B9A9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340" y="4226694"/>
            <a:ext cx="2794000" cy="17526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D61019C-36D2-2E57-8C1C-249E54704F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003"/>
          <a:stretch>
            <a:fillRect/>
          </a:stretch>
        </p:blipFill>
        <p:spPr>
          <a:xfrm>
            <a:off x="2457" y="0"/>
            <a:ext cx="2805543" cy="17526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0A1FCF7-CDCA-AB72-CC30-A77315B493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674" b="17085"/>
          <a:stretch>
            <a:fillRect/>
          </a:stretch>
        </p:blipFill>
        <p:spPr>
          <a:xfrm>
            <a:off x="0" y="2309805"/>
            <a:ext cx="2808000" cy="17526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7F18E02-09A8-AC78-5531-989842AA69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547"/>
          <a:stretch>
            <a:fillRect/>
          </a:stretch>
        </p:blipFill>
        <p:spPr>
          <a:xfrm>
            <a:off x="11690" y="4451283"/>
            <a:ext cx="2796310" cy="17526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C4C2FDA-DA57-8D20-8179-D085F1B79D0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638" t="17194" r="14289" b="10316"/>
          <a:stretch>
            <a:fillRect/>
          </a:stretch>
        </p:blipFill>
        <p:spPr>
          <a:xfrm>
            <a:off x="7118340" y="4226694"/>
            <a:ext cx="27940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15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E681E6-0DBD-5B18-19C7-B86DAE434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B6E120E-718C-B81F-D6A7-47CC3963B8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5972" y="2552700"/>
            <a:ext cx="2794000" cy="17526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A72C82F-E1D9-FB5C-0C1A-67804FD4C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57" y="2522462"/>
            <a:ext cx="2794000" cy="1752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46FD150-935A-0554-3BB6-9A2C8DE9E787}"/>
              </a:ext>
            </a:extLst>
          </p:cNvPr>
          <p:cNvSpPr txBox="1"/>
          <p:nvPr/>
        </p:nvSpPr>
        <p:spPr>
          <a:xfrm>
            <a:off x="4510919" y="2690336"/>
            <a:ext cx="26041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GTA-621 - Expérience utilisateur en technologies d'affaires</a:t>
            </a:r>
          </a:p>
          <a:p>
            <a:pPr algn="ctr"/>
            <a:endParaRPr lang="fr-FR" dirty="0">
              <a:solidFill>
                <a:schemeClr val="bg1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  <a:p>
            <a:pPr algn="ctr"/>
            <a:r>
              <a:rPr lang="fr-FR" dirty="0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Depuis 2020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102FD36-CCEA-CCCC-1D6E-EE948E76097E}"/>
              </a:ext>
            </a:extLst>
          </p:cNvPr>
          <p:cNvSpPr txBox="1"/>
          <p:nvPr/>
        </p:nvSpPr>
        <p:spPr>
          <a:xfrm>
            <a:off x="7398657" y="2660098"/>
            <a:ext cx="279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GCE-841/842 - Optimisation de l’expérience utilisateur (UX)</a:t>
            </a:r>
          </a:p>
          <a:p>
            <a:pPr algn="ctr"/>
            <a:endParaRPr lang="fr-FR" dirty="0">
              <a:solidFill>
                <a:schemeClr val="bg1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  <a:p>
            <a:pPr algn="ctr"/>
            <a:r>
              <a:rPr lang="fr-FR" dirty="0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Depuis 2025</a:t>
            </a:r>
          </a:p>
        </p:txBody>
      </p:sp>
    </p:spTree>
    <p:extLst>
      <p:ext uri="{BB962C8B-B14F-4D97-AF65-F5344CB8AC3E}">
        <p14:creationId xmlns:p14="http://schemas.microsoft.com/office/powerpoint/2010/main" val="35983224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2608</TotalTime>
  <Words>20</Words>
  <Application>Microsoft Macintosh PowerPoint</Application>
  <PresentationFormat>Grand écran</PresentationFormat>
  <Paragraphs>6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Source Sans Pro Light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Spalla</dc:creator>
  <cp:lastModifiedBy>Guillaume Spalla</cp:lastModifiedBy>
  <cp:revision>4</cp:revision>
  <dcterms:created xsi:type="dcterms:W3CDTF">2026-09-02T19:45:39Z</dcterms:created>
  <dcterms:modified xsi:type="dcterms:W3CDTF">2026-09-04T15:14:01Z</dcterms:modified>
</cp:coreProperties>
</file>